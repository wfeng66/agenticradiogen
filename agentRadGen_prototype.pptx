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4"/>
  </p:sldMasterIdLst>
  <p:notesMasterIdLst>
    <p:notesMasterId r:id="rId12"/>
  </p:notesMasterIdLst>
  <p:handoutMasterIdLst>
    <p:handoutMasterId r:id="rId13"/>
  </p:handoutMasterIdLst>
  <p:sldIdLst>
    <p:sldId id="256" r:id="rId5"/>
    <p:sldId id="261" r:id="rId6"/>
    <p:sldId id="259" r:id="rId7"/>
    <p:sldId id="260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3" autoAdjust="0"/>
    <p:restoredTop sz="94720"/>
  </p:normalViewPr>
  <p:slideViewPr>
    <p:cSldViewPr showGuides="1">
      <p:cViewPr varScale="1">
        <p:scale>
          <a:sx n="127" d="100"/>
          <a:sy n="127" d="100"/>
        </p:scale>
        <p:origin x="470" y="7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892"/>
    </p:cViewPr>
  </p:sorterViewPr>
  <p:notesViewPr>
    <p:cSldViewPr>
      <p:cViewPr varScale="1">
        <p:scale>
          <a:sx n="87" d="100"/>
          <a:sy n="87" d="100"/>
        </p:scale>
        <p:origin x="700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FB14B2-CD52-9E84-B3E7-49A90F3A72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DAE5F9-C39F-2ECF-0C06-D0122807D4B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3FF85-4E34-4546-B772-76DFA4A6051B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7F3243-F9C0-85BE-2E9C-191F612CFE8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EBE2E3-8654-B63F-B7D6-9549069476A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BF7180-4EDD-4E08-9775-7398C11D66E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143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5CC398-6116-4BD2-9FAD-9822FDA158BE}" type="datetimeFigureOut">
              <a:rPr lang="en-US" smtClean="0"/>
              <a:t>10/6/2026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FF46E-6B43-41F9-9272-B566D03A25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40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2" y="606196"/>
            <a:ext cx="4352927" cy="1142277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322731"/>
            <a:ext cx="914400" cy="283464"/>
          </a:xfrm>
        </p:spPr>
        <p:txBody>
          <a:bodyPr anchor="ctr"/>
          <a:lstStyle/>
          <a:p>
            <a:fld id="{59722DCF-3C86-4CA9-A79C-7A01DC917267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68000" y="322731"/>
            <a:ext cx="914399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132520"/>
            <a:ext cx="10972800" cy="411588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6597873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15CB-5A42-4381-B4B5-1F0A0AD684E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2544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7" y="4840225"/>
            <a:ext cx="10963658" cy="7996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5845175"/>
            <a:ext cx="10963658" cy="36512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D2EC77-EDF2-486F-BC40-B49DAB22DB6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647700"/>
            <a:ext cx="10972800" cy="380847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88061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30569" y="606195"/>
            <a:ext cx="4045735" cy="39985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30569" y="4870174"/>
            <a:ext cx="3755116" cy="1033669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3464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62E3648-85D4-4FD7-B855-79C521A61C6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>
            <a:lvl1pPr algn="ctr">
              <a:defRPr/>
            </a:lvl1pPr>
          </a:lstStyle>
          <a:p>
            <a:pPr algn="ctr"/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609600"/>
            <a:ext cx="6534582" cy="5638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051058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29600" y="1411358"/>
            <a:ext cx="3352800" cy="284556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28973" y="4403039"/>
            <a:ext cx="3347330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599" y="322731"/>
            <a:ext cx="914401" cy="286868"/>
          </a:xfrm>
        </p:spPr>
        <p:txBody>
          <a:bodyPr anchor="ctr"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047E6C56-E35A-43C4-BAC8-C635905FE14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6869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599" y="1371600"/>
            <a:ext cx="7239001" cy="48768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754030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3892269" cy="3276599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032606"/>
            <a:ext cx="3177209" cy="871237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09600" y="322731"/>
            <a:ext cx="914400" cy="283464"/>
          </a:xfrm>
        </p:spPr>
        <p:txBody>
          <a:bodyPr anchor="ctr"/>
          <a:lstStyle/>
          <a:p>
            <a:fld id="{111FFCFE-B194-4E5A-862C-339E8FEE713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514600" y="322731"/>
            <a:ext cx="7162800" cy="283464"/>
          </a:xfrm>
        </p:spPr>
        <p:txBody>
          <a:bodyPr anchor="ctr"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668000" y="322731"/>
            <a:ext cx="914399" cy="283464"/>
          </a:xfrm>
        </p:spPr>
        <p:txBody>
          <a:bodyPr anchor="ctr"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11574" y="1371600"/>
            <a:ext cx="6470826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579197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1371600"/>
            <a:ext cx="10049256" cy="35052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876800"/>
            <a:ext cx="7769354" cy="13716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CEBACA-C806-48AD-B735-075EFFDC0FB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4251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1401420"/>
            <a:ext cx="9140954" cy="2836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7" y="4622197"/>
            <a:ext cx="7312153" cy="101498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</p:spPr>
        <p:txBody>
          <a:bodyPr/>
          <a:lstStyle/>
          <a:p>
            <a:fld id="{28F25336-016D-4162-B545-E54B089028A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9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1904" y="322731"/>
            <a:ext cx="914400" cy="286869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5719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71600"/>
            <a:ext cx="8229600" cy="2567855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375642"/>
            <a:ext cx="7588155" cy="1029310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4DBA1-4626-47FC-856E-159D7E28D49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20696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4627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2648" y="1417671"/>
            <a:ext cx="7909560" cy="483072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2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Section Header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1F2818-3D93-3C9A-E504-3D8A33F2B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E2C3C3-8EE0-4646-AF47-12E3116D59C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0C970B7-D89D-4042-9AC8-32C22BDD2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7A35D86-D074-E057-C950-943CC0E1C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9652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066" y="1371600"/>
            <a:ext cx="8470605" cy="104143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52E1C-7EB3-405E-81B2-32E332CACA0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" y="2797083"/>
            <a:ext cx="8470605" cy="345131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685800" indent="-4572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8801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9795" y="1371600"/>
            <a:ext cx="5916508" cy="1052105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3464"/>
          </a:xfrm>
        </p:spPr>
        <p:txBody>
          <a:bodyPr/>
          <a:lstStyle/>
          <a:p>
            <a:fld id="{1FE93670-5DDA-427C-9657-21A216413B9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600" y="1371599"/>
            <a:ext cx="4663806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59796" y="2807753"/>
            <a:ext cx="5916507" cy="3440647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5858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031" y="1371600"/>
            <a:ext cx="2441448" cy="48768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2">
            <a:extLst>
              <a:ext uri="{FF2B5EF4-FFF2-40B4-BE49-F238E27FC236}">
                <a16:creationId xmlns:a16="http://schemas.microsoft.com/office/drawing/2014/main" id="{4C796253-2EF8-E90A-A94F-8CFC6E39EE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1" y="322731"/>
            <a:ext cx="914400" cy="286869"/>
          </a:xfrm>
        </p:spPr>
        <p:txBody>
          <a:bodyPr/>
          <a:lstStyle/>
          <a:p>
            <a:fld id="{88F73B11-D0F5-4A08-A19E-C560E2C4116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08304" cy="286869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D26684C-23E4-F6A1-5A03-70AE7BEA72C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60625" y="1371599"/>
            <a:ext cx="5272821" cy="4876801"/>
          </a:xfrm>
          <a:custGeom>
            <a:avLst/>
            <a:gdLst>
              <a:gd name="connsiteX0" fmla="*/ 0 w 4565591"/>
              <a:gd name="connsiteY0" fmla="*/ 0 h 6858000"/>
              <a:gd name="connsiteX1" fmla="*/ 4565591 w 4565591"/>
              <a:gd name="connsiteY1" fmla="*/ 0 h 6858000"/>
              <a:gd name="connsiteX2" fmla="*/ 4565591 w 4565591"/>
              <a:gd name="connsiteY2" fmla="*/ 6858000 h 6858000"/>
              <a:gd name="connsiteX3" fmla="*/ 0 w 456559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5591" h="6858000">
                <a:moveTo>
                  <a:pt x="0" y="0"/>
                </a:moveTo>
                <a:lnTo>
                  <a:pt x="4565591" y="0"/>
                </a:lnTo>
                <a:lnTo>
                  <a:pt x="4565591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34856" y="1371600"/>
            <a:ext cx="2441448" cy="4876800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957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0911" y="2133600"/>
            <a:ext cx="6623436" cy="1070776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761C04-CC91-4AAF-9006-A3A27BF3317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68786" y="3588424"/>
            <a:ext cx="4659735" cy="1645198"/>
          </a:xfrm>
        </p:spPr>
        <p:txBody>
          <a:bodyPr/>
          <a:lstStyle>
            <a:lvl1pPr marL="0" indent="0" algn="ctr">
              <a:buNone/>
              <a:defRPr/>
            </a:lvl1pPr>
            <a:lvl2pPr marL="228600" indent="0" algn="ctr">
              <a:buNone/>
              <a:defRPr/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998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291" y="1373986"/>
            <a:ext cx="3493858" cy="345689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EDACB-E986-4E04-ADB1-8913384D68D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373986"/>
            <a:ext cx="4956175" cy="34612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03557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8" y="1388700"/>
            <a:ext cx="3923455" cy="408358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38E35-CB21-4D15-A87F-675D4C9EDCA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22181" y="1389134"/>
            <a:ext cx="6279220" cy="4083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123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77" y="1371600"/>
            <a:ext cx="3496147" cy="48768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CA9EE-AFE9-47E0-9F22-915E0A45E5A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872" y="1371600"/>
            <a:ext cx="7081431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89597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3349754" cy="272145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7C504BF7-6B14-4333-B52B-ADBC1BCF47B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43402" y="1371600"/>
            <a:ext cx="7232901" cy="5181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947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4352926" cy="76677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84DE9B9-A2D7-1C5E-03A8-327B24C29F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029" y="2522423"/>
            <a:ext cx="4328497" cy="370057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C1C21BA4-3737-442B-A21A-11EEBBB51C57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244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0289" y="1371601"/>
            <a:ext cx="6632111" cy="606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8EF3DE08-A0D1-4FD8-A862-5499266B124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4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F6718FE-EF5C-5023-A98D-91BFEF2C033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50290" y="2362534"/>
            <a:ext cx="6626014" cy="39015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83034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599"/>
            <a:ext cx="6632111" cy="6068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6C5A15EF-D72C-40D5-8663-2C77F9B42EC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53334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4" y="2362534"/>
            <a:ext cx="6631984" cy="388586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13">
            <a:extLst>
              <a:ext uri="{FF2B5EF4-FFF2-40B4-BE49-F238E27FC236}">
                <a16:creationId xmlns:a16="http://schemas.microsoft.com/office/drawing/2014/main" id="{D62B7BD4-B0D6-F90A-8AD2-9FA1574A17A8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616880" y="1371599"/>
            <a:ext cx="3950854" cy="4876801"/>
          </a:xfrm>
          <a:custGeom>
            <a:avLst/>
            <a:gdLst>
              <a:gd name="connsiteX0" fmla="*/ 0 w 4560454"/>
              <a:gd name="connsiteY0" fmla="*/ 0 h 6858000"/>
              <a:gd name="connsiteX1" fmla="*/ 4560454 w 4560454"/>
              <a:gd name="connsiteY1" fmla="*/ 0 h 6858000"/>
              <a:gd name="connsiteX2" fmla="*/ 4560454 w 4560454"/>
              <a:gd name="connsiteY2" fmla="*/ 6858000 h 6858000"/>
              <a:gd name="connsiteX3" fmla="*/ 0 w 45604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560454" h="6858000">
                <a:moveTo>
                  <a:pt x="0" y="0"/>
                </a:moveTo>
                <a:lnTo>
                  <a:pt x="4560454" y="0"/>
                </a:lnTo>
                <a:lnTo>
                  <a:pt x="4560454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7688094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0118" y="1371600"/>
            <a:ext cx="7172282" cy="60688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D56F8A71-DDE0-43CA-81C3-EA9C4963E6A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10118" y="2362534"/>
            <a:ext cx="7172282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582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1371600"/>
            <a:ext cx="7166187" cy="60688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E525A034-19B5-40C2-A08C-916D805B8A4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3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362534"/>
            <a:ext cx="7166188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3B8151E2-ED8A-E9B1-A83A-CF01A37B5F9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5593" y="1373529"/>
            <a:ext cx="341376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23733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4077" y="1371599"/>
            <a:ext cx="4667987" cy="60688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DD95619-B63B-77E6-BE04-262FAAD12C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2C5EE04-1B51-44BB-A7D3-16AEE79C498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906805" y="2362535"/>
            <a:ext cx="4675596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7345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9" y="1371600"/>
            <a:ext cx="4700225" cy="606887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Date Placeholder 4">
            <a:extLst>
              <a:ext uri="{FF2B5EF4-FFF2-40B4-BE49-F238E27FC236}">
                <a16:creationId xmlns:a16="http://schemas.microsoft.com/office/drawing/2014/main" id="{84676EBB-6E0A-AD72-143B-39A640FF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79D7598-9667-4FA1-B20E-133F7DF30C6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2362534"/>
            <a:ext cx="4700225" cy="38858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87DB94FD-8F2A-F0DB-71EB-3565077D4A2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99758" y="1371600"/>
            <a:ext cx="5882642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940440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2663" y="1371599"/>
            <a:ext cx="3363514" cy="91440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BA07C19-A01D-B0B9-930B-9E9E7D2E65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E0F4D2D3-E754-452C-996E-A69280848F2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799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903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18887" y="2670047"/>
            <a:ext cx="3363513" cy="3578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419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599"/>
            <a:ext cx="3363513" cy="91440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17A20D89-EAE3-437D-A562-62F383E1F1E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1776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5825" y="2670047"/>
            <a:ext cx="3363386" cy="35783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58FD965-81B2-7E47-FC2D-2FFFA61C3D06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378198" y="1371600"/>
            <a:ext cx="7197978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1462785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88061" y="1371600"/>
            <a:ext cx="2699254" cy="1836503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481F196-B1D0-4451-BD57-0DCCBF9A6C9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1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1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5697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83147" y="3592150"/>
            <a:ext cx="2699254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3800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697" y="1371600"/>
            <a:ext cx="2699254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2505D57-3CC9-48CD-A7D7-2BE3E605D0A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6691" y="3592150"/>
            <a:ext cx="2693346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7A8F660F-60A6-785B-047B-B48856C7BBF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696794" y="1371600"/>
            <a:ext cx="7885606" cy="48768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12640094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5012267"/>
            <a:ext cx="4019522" cy="1236133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2D9E4C7C-63E4-6DA5-5108-15D4DA6D06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3F2E167B-0B78-4B36-8A57-49085AADF134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3256619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18927" y="5012267"/>
            <a:ext cx="6563474" cy="123613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24698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6" y="4205330"/>
            <a:ext cx="3044954" cy="2019586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E59D63EA-A363-194D-0D29-EB63BC89E3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6869"/>
          </a:xfrm>
        </p:spPr>
        <p:txBody>
          <a:bodyPr/>
          <a:lstStyle/>
          <a:p>
            <a:fld id="{B9462E82-6E33-4AEF-AE7B-DF7C6F462D5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1371600"/>
            <a:ext cx="10966705" cy="244968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044358" y="4205331"/>
            <a:ext cx="7538041" cy="201958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856807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90892"/>
            <a:ext cx="3021873" cy="177354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83BF6E84-C156-49F4-8E82-3F8A64544B2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22370" y="1390891"/>
            <a:ext cx="7460029" cy="2330455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4127577"/>
            <a:ext cx="10972801" cy="2120823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6492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001F9C0A-11C5-40F2-BD0E-27AA70E2625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4952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513079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12485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5885909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6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9CDFB84F-677F-480D-99C2-22BB3A82E4A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7999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2501206"/>
            <a:ext cx="4931835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31240" y="2501206"/>
            <a:ext cx="5651159" cy="3747194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27898892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1C640349-FC90-47D1-9F46-4D34EA79222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501206"/>
            <a:ext cx="6066867" cy="374719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BB848C29-CF42-98B7-D019-4F384E06AD9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7069321" y="2501206"/>
            <a:ext cx="4513079" cy="3747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042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371600"/>
            <a:ext cx="4675633" cy="9906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587C5F-6A61-4864-9518-A5514F3191A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" y="2746246"/>
            <a:ext cx="4675632" cy="350215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12502" y="1371600"/>
            <a:ext cx="586989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287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425954" cy="91745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5669B-9B51-4A21-90C8-BB2E110B3FD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1" y="2673096"/>
            <a:ext cx="3429000" cy="3575303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25359" y="1371600"/>
            <a:ext cx="7152279" cy="4876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85367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524A6D49-9F84-4D2B-BCDD-C2F0AED64BF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95AEE073-61C4-86E8-2CDD-336E22094FD4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12647" y="2154876"/>
            <a:ext cx="8499719" cy="4093524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9496414" y="2154876"/>
            <a:ext cx="2085986" cy="4093524"/>
          </a:xfrm>
        </p:spPr>
        <p:txBody>
          <a:bodyPr anchor="t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34932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10969753" cy="39922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09600" y="322731"/>
            <a:ext cx="914400" cy="283464"/>
          </a:xfrm>
        </p:spPr>
        <p:txBody>
          <a:bodyPr/>
          <a:lstStyle/>
          <a:p>
            <a:fld id="{275F2D28-3585-40CA-9EB9-F9971C1AA1E0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514600" y="322731"/>
            <a:ext cx="7162800" cy="283464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668000" y="322731"/>
            <a:ext cx="914400" cy="283464"/>
          </a:xfrm>
        </p:spPr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B8BA6868-FD5D-17A2-6CAE-853852E870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599" y="2169506"/>
            <a:ext cx="10966705" cy="329251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15F7C753-E8D9-F006-4FC2-8BA2C55187F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9600" y="5846064"/>
            <a:ext cx="10972800" cy="402336"/>
          </a:xfrm>
        </p:spPr>
        <p:txBody>
          <a:bodyPr anchor="b"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09776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5325034"/>
            <a:ext cx="9762068" cy="916369"/>
          </a:xfrm>
        </p:spPr>
        <p:txBody>
          <a:bodyPr anchor="b">
            <a:normAutofit/>
          </a:bodyPr>
          <a:lstStyle>
            <a:lvl1pPr algn="ctr">
              <a:lnSpc>
                <a:spcPct val="110000"/>
              </a:lnSpc>
              <a:defRPr sz="2400" b="1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E73000B7-56E6-4A26-8487-963BD31161A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914400"/>
            <a:ext cx="10972800" cy="4105835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275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8513456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D37F0C99-9A58-96BA-B51F-4BEDCF1AA1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5257802"/>
            <a:ext cx="10052304" cy="990598"/>
          </a:xfrm>
        </p:spPr>
        <p:txBody>
          <a:bodyPr/>
          <a:lstStyle>
            <a:lvl1pPr>
              <a:lnSpc>
                <a:spcPct val="11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6C671BD4-4E81-464B-A994-00077AEC80C3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859DF22-2D22-B432-1B7E-1CCD6DA9C57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10052050" cy="4038600"/>
          </a:xfrm>
        </p:spPr>
        <p:txBody>
          <a:bodyPr anchor="t"/>
          <a:lstStyle>
            <a:lvl1pPr>
              <a:lnSpc>
                <a:spcPct val="90000"/>
              </a:lnSpc>
              <a:buNone/>
              <a:defRPr sz="300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193353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9E00404-475A-8BBB-C6CE-9106DE692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0" y="3962400"/>
            <a:ext cx="2514599" cy="2285999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78216DC3-F1E3-4679-A7A7-118C827BFDD8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97D4B19F-6F49-D42F-E0D8-B04A37866557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9600" y="904875"/>
            <a:ext cx="8077200" cy="5343524"/>
          </a:xfrm>
        </p:spPr>
        <p:txBody>
          <a:bodyPr anchor="t"/>
          <a:lstStyle>
            <a:lvl1pPr>
              <a:lnSpc>
                <a:spcPct val="90000"/>
              </a:lnSpc>
              <a:buNone/>
              <a:defRPr sz="27500"/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55432947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2D412A9A-F88E-45C5-903F-2119D36A77A2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72800" cy="4876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32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8196551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9AC46E-311C-49B6-8A0E-D2095F2328A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>
              <a:lnSpc>
                <a:spcPct val="90000"/>
              </a:lnSpc>
              <a:buNone/>
              <a:defRPr sz="24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13674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C4F10A1-07E0-4636-B3BE-AE66FBE8467A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371600"/>
            <a:ext cx="10969752" cy="4876800"/>
          </a:xfrm>
        </p:spPr>
        <p:txBody>
          <a:bodyPr anchor="t">
            <a:normAutofit/>
          </a:bodyPr>
          <a:lstStyle>
            <a:lvl1pPr marL="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1pPr>
            <a:lvl2pPr marL="2286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2pPr>
            <a:lvl3pPr marL="4572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3pPr>
            <a:lvl4pPr marL="6858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4pPr>
            <a:lvl5pPr marL="914400" indent="0" algn="ctr">
              <a:lnSpc>
                <a:spcPct val="90000"/>
              </a:lnSpc>
              <a:buNone/>
              <a:defRPr sz="3600" b="1" cap="all" baseline="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363139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5572631"/>
            <a:ext cx="10966704" cy="640080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567E4DBA-3642-44F7-A1E0-3D9BCA1A53C6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09600" y="1371600"/>
            <a:ext cx="10966704" cy="3806142"/>
          </a:xfrm>
        </p:spPr>
        <p:txBody>
          <a:bodyPr anchor="t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1656540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4000" y="5561790"/>
            <a:ext cx="9137903" cy="686610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400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5F8CD485-684D-4C35-BDF2-D991DF8FFCA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71600"/>
            <a:ext cx="9144000" cy="3806142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9076297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07468" y="5561790"/>
            <a:ext cx="5954436" cy="686610"/>
          </a:xfrm>
        </p:spPr>
        <p:txBody>
          <a:bodyPr anchor="b">
            <a:normAutofit/>
          </a:bodyPr>
          <a:lstStyle>
            <a:lvl1pPr algn="r">
              <a:lnSpc>
                <a:spcPct val="120000"/>
              </a:lnSpc>
              <a:defRPr sz="2000" b="1" spc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44C372-F7FA-5AA5-92C1-CF476A266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3CE2A531-A855-4FC2-83C9-7F8A2FC0A7A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4000" y="1388534"/>
            <a:ext cx="9137904" cy="3789208"/>
          </a:xfrm>
        </p:spPr>
        <p:txBody>
          <a:bodyPr anchor="t">
            <a:normAutofit/>
          </a:bodyPr>
          <a:lstStyle>
            <a:lvl1pPr marL="164592" indent="-164592">
              <a:lnSpc>
                <a:spcPct val="110000"/>
              </a:lnSpc>
              <a:spcBef>
                <a:spcPts val="0"/>
              </a:spcBef>
              <a:buNone/>
              <a:defRPr sz="3200" b="1" i="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65398540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A0168559-22AF-9500-1ED0-9B034424F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9752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101B9D-4D4C-40F1-8133-7CADC817E0C1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517648" y="322731"/>
            <a:ext cx="7150608" cy="286869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501207"/>
            <a:ext cx="5289973" cy="37471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6331" y="2501206"/>
            <a:ext cx="5289973" cy="3747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012828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80CBD81-BF35-3FFE-84F1-E86AACCAD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10745788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F4366-C1D4-4687-A56C-18AD97870CFF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255322"/>
            <a:ext cx="5289972" cy="55472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" y="2948211"/>
            <a:ext cx="5289972" cy="3300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6330" y="2255322"/>
            <a:ext cx="5289974" cy="554724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79832" y="2948211"/>
            <a:ext cx="5302568" cy="33001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46816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63656" cy="74555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260159-51DF-49CB-B647-76DC93F9005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14749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B478A-2183-4725-BFFE-F5022B99B7B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5056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371600"/>
            <a:ext cx="3801195" cy="1219200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407116-79D5-4961-A943-953BCFEA97DD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7" y="2974848"/>
            <a:ext cx="3801195" cy="32735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371600"/>
            <a:ext cx="6774366" cy="4876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58978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3595634" cy="3124200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5BE2D-D64B-4B05-B6D8-FA0500749FF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AA3239-9EA4-4A65-A281-97F994456D9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12648" y="4800600"/>
            <a:ext cx="3595634" cy="1460174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84991" y="1371600"/>
            <a:ext cx="6997410" cy="48768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663798630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371600"/>
            <a:ext cx="10972800" cy="1865376"/>
          </a:xfrm>
        </p:spPr>
        <p:txBody>
          <a:bodyPr anchor="b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ABD5A60-72B7-4332-B4B3-40B2CC6142CE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775" y="3621024"/>
            <a:ext cx="10972800" cy="2627376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44907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1627318"/>
            <a:ext cx="8430767" cy="1842020"/>
          </a:xfrm>
        </p:spPr>
        <p:txBody>
          <a:bodyPr anchor="t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DE2B004-0AA0-4203-BDB3-16A698CB99F9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775" y="3870748"/>
            <a:ext cx="8430639" cy="160800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228600" indent="0">
              <a:buNone/>
              <a:defRPr sz="1400">
                <a:solidFill>
                  <a:schemeClr val="tx1"/>
                </a:solidFill>
              </a:defRPr>
            </a:lvl2pPr>
            <a:lvl3pPr marL="457200" indent="0"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None/>
              <a:defRPr sz="1400">
                <a:solidFill>
                  <a:schemeClr val="tx1"/>
                </a:solidFill>
              </a:defRPr>
            </a:lvl4pPr>
            <a:lvl5pPr marL="914400" indent="0">
              <a:buNone/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9127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81760"/>
            <a:ext cx="10972799" cy="7354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501206"/>
            <a:ext cx="10966703" cy="37224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" y="322731"/>
            <a:ext cx="914400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35AEAE7-3C36-4273-AC18-E54349BDD515}" type="datetime1">
              <a:rPr lang="en-US" smtClean="0"/>
              <a:t>10/6/2026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517648" y="322731"/>
            <a:ext cx="7150608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61904" y="322731"/>
            <a:ext cx="914400" cy="2868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AEAA3239-9EA4-4A65-A281-97F994456D9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50855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47" r:id="rId1"/>
    <p:sldLayoutId id="2147483894" r:id="rId2"/>
    <p:sldLayoutId id="2147483893" r:id="rId3"/>
    <p:sldLayoutId id="2147483895" r:id="rId4"/>
    <p:sldLayoutId id="2147483896" r:id="rId5"/>
    <p:sldLayoutId id="2147483897" r:id="rId6"/>
    <p:sldLayoutId id="2147483898" r:id="rId7"/>
    <p:sldLayoutId id="2147483899" r:id="rId8"/>
    <p:sldLayoutId id="2147483900" r:id="rId9"/>
    <p:sldLayoutId id="2147483901" r:id="rId10"/>
    <p:sldLayoutId id="2147483902" r:id="rId11"/>
    <p:sldLayoutId id="2147483903" r:id="rId12"/>
    <p:sldLayoutId id="2147483948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51" r:id="rId19"/>
    <p:sldLayoutId id="2147483909" r:id="rId20"/>
    <p:sldLayoutId id="2147483910" r:id="rId21"/>
    <p:sldLayoutId id="2147483911" r:id="rId22"/>
    <p:sldLayoutId id="2147483912" r:id="rId23"/>
    <p:sldLayoutId id="2147483913" r:id="rId24"/>
    <p:sldLayoutId id="2147483914" r:id="rId25"/>
    <p:sldLayoutId id="2147483915" r:id="rId26"/>
    <p:sldLayoutId id="2147483916" r:id="rId27"/>
    <p:sldLayoutId id="2147483917" r:id="rId28"/>
    <p:sldLayoutId id="2147483918" r:id="rId29"/>
    <p:sldLayoutId id="2147483919" r:id="rId30"/>
    <p:sldLayoutId id="2147483920" r:id="rId31"/>
    <p:sldLayoutId id="2147483921" r:id="rId32"/>
    <p:sldLayoutId id="2147483922" r:id="rId33"/>
    <p:sldLayoutId id="2147483923" r:id="rId34"/>
    <p:sldLayoutId id="2147483924" r:id="rId35"/>
    <p:sldLayoutId id="2147483925" r:id="rId36"/>
    <p:sldLayoutId id="2147483926" r:id="rId37"/>
    <p:sldLayoutId id="2147483949" r:id="rId38"/>
    <p:sldLayoutId id="2147483950" r:id="rId39"/>
    <p:sldLayoutId id="2147483927" r:id="rId40"/>
    <p:sldLayoutId id="2147483928" r:id="rId41"/>
    <p:sldLayoutId id="2147483929" r:id="rId42"/>
    <p:sldLayoutId id="2147483931" r:id="rId43"/>
    <p:sldLayoutId id="2147483932" r:id="rId44"/>
    <p:sldLayoutId id="2147483952" r:id="rId45"/>
    <p:sldLayoutId id="2147483936" r:id="rId46"/>
    <p:sldLayoutId id="2147483937" r:id="rId47"/>
    <p:sldLayoutId id="2147483938" r:id="rId48"/>
    <p:sldLayoutId id="2147483939" r:id="rId49"/>
    <p:sldLayoutId id="2147483940" r:id="rId50"/>
    <p:sldLayoutId id="2147483941" r:id="rId51"/>
    <p:sldLayoutId id="2147483942" r:id="rId52"/>
    <p:sldLayoutId id="2147483943" r:id="rId53"/>
    <p:sldLayoutId id="2147483944" r:id="rId54"/>
    <p:sldLayoutId id="2147483945" r:id="rId55"/>
    <p:sldLayoutId id="2147483946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2400" b="1" i="0" kern="1200" cap="all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b="0" i="0" kern="1200" cap="none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3" orient="horz" pos="2160" userDrawn="1">
          <p15:clr>
            <a:srgbClr val="F26B43"/>
          </p15:clr>
        </p15:guide>
        <p15:guide id="24" pos="3840" userDrawn="1">
          <p15:clr>
            <a:srgbClr val="F26B43"/>
          </p15:clr>
        </p15:guide>
        <p15:guide id="25" pos="7296" userDrawn="1">
          <p15:clr>
            <a:srgbClr val="F26B43"/>
          </p15:clr>
        </p15:guide>
        <p15:guide id="26" pos="384" userDrawn="1">
          <p15:clr>
            <a:srgbClr val="F26B43"/>
          </p15:clr>
        </p15:guide>
        <p15:guide id="27" orient="horz" pos="192" userDrawn="1">
          <p15:clr>
            <a:srgbClr val="F26B43"/>
          </p15:clr>
        </p15:guide>
        <p15:guide id="28" orient="horz" pos="3936" userDrawn="1">
          <p15:clr>
            <a:srgbClr val="F26B43"/>
          </p15:clr>
        </p15:guide>
        <p15:guide id="29" orient="horz" pos="384" userDrawn="1">
          <p15:clr>
            <a:srgbClr val="F26B43"/>
          </p15:clr>
        </p15:guide>
        <p15:guide id="30" orient="horz" pos="4128" userDrawn="1">
          <p15:clr>
            <a:srgbClr val="F26B43"/>
          </p15:clr>
        </p15:guide>
        <p15:guide id="31" orient="horz" pos="864" userDrawn="1">
          <p15:clr>
            <a:srgbClr val="F26B43"/>
          </p15:clr>
        </p15:guide>
        <p15:guide id="32" pos="6720" userDrawn="1">
          <p15:clr>
            <a:srgbClr val="F26B43"/>
          </p15:clr>
        </p15:guide>
        <p15:guide id="33" pos="6096" userDrawn="1">
          <p15:clr>
            <a:srgbClr val="F26B43"/>
          </p15:clr>
        </p15:guide>
        <p15:guide id="34" pos="960" userDrawn="1">
          <p15:clr>
            <a:srgbClr val="F26B43"/>
          </p15:clr>
        </p15:guide>
        <p15:guide id="35" pos="15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E835F-BBCE-C802-8030-3C0AF4804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606196"/>
            <a:ext cx="8839200" cy="1142277"/>
          </a:xfrm>
        </p:spPr>
        <p:txBody>
          <a:bodyPr>
            <a:normAutofit/>
          </a:bodyPr>
          <a:lstStyle/>
          <a:p>
            <a:r>
              <a:rPr lang="en-US" dirty="0"/>
              <a:t>Prototype of Agentic ai </a:t>
            </a:r>
            <a:r>
              <a:rPr lang="en-US" dirty="0" err="1"/>
              <a:t>Radiogenomics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DA1EC-08F5-E372-8F75-321D772EE7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9472" y="606196"/>
            <a:ext cx="4352927" cy="1142277"/>
          </a:xfrm>
        </p:spPr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6" name="Picture Placeholder 5" descr="A close up of a metal structure">
            <a:extLst>
              <a:ext uri="{FF2B5EF4-FFF2-40B4-BE49-F238E27FC236}">
                <a16:creationId xmlns:a16="http://schemas.microsoft.com/office/drawing/2014/main" id="{13A19CA2-4E17-059E-72FF-341898B950B2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78" b="21878"/>
          <a:stretch/>
        </p:blipFill>
        <p:spPr>
          <a:xfrm>
            <a:off x="609600" y="2132520"/>
            <a:ext cx="10972800" cy="4115880"/>
          </a:xfrm>
        </p:spPr>
      </p:pic>
    </p:spTree>
    <p:extLst>
      <p:ext uri="{BB962C8B-B14F-4D97-AF65-F5344CB8AC3E}">
        <p14:creationId xmlns:p14="http://schemas.microsoft.com/office/powerpoint/2010/main" val="884987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4DCF62E-434F-5397-593C-B2D8E297A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3349754" cy="2721451"/>
          </a:xfrm>
        </p:spPr>
        <p:txBody>
          <a:bodyPr/>
          <a:lstStyle/>
          <a:p>
            <a:r>
              <a:rPr lang="en-US" dirty="0"/>
              <a:t>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40E514-2A74-7700-E3C2-4A36B47583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7890" y="1371600"/>
            <a:ext cx="3963924" cy="5181600"/>
          </a:xfrm>
          <a:prstGeom prst="rect">
            <a:avLst/>
          </a:prstGeom>
          <a:noFill/>
        </p:spPr>
      </p:pic>
      <p:pic>
        <p:nvPicPr>
          <p:cNvPr id="8" name="2026-10-06 14-07-07">
            <a:hlinkClick r:id="" action="ppaction://media"/>
            <a:extLst>
              <a:ext uri="{FF2B5EF4-FFF2-40B4-BE49-F238E27FC236}">
                <a16:creationId xmlns:a16="http://schemas.microsoft.com/office/drawing/2014/main" id="{3CF2A1B7-E393-E630-E9DB-9D170BCD6F0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09600" y="3741218"/>
            <a:ext cx="4998993" cy="281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19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35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AFFC1727-B647-C597-0C0E-237FBF667E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3892269" cy="3276599"/>
          </a:xfrm>
        </p:spPr>
        <p:txBody>
          <a:bodyPr/>
          <a:lstStyle/>
          <a:p>
            <a:r>
              <a:rPr lang="en-US" dirty="0"/>
              <a:t>Lung cancers’ attempt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46744E1E-3D26-B70A-435C-06C6F5D807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032606"/>
            <a:ext cx="3177209" cy="871237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python -m </a:t>
            </a:r>
            <a:r>
              <a:rPr lang="en-US" dirty="0" err="1"/>
              <a:t>agentic_radiogen</a:t>
            </a:r>
            <a:r>
              <a:rPr lang="en-US" dirty="0"/>
              <a:t> --stage 4 --catalog live --approve-download --max-patients 100 --out outputs/stage4_live.json --question "Which imaging features are associated with specific genomic alterations in lung cancer?"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D336F3C-CA99-6DEB-B007-BFFB47A3C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791233"/>
            <a:ext cx="7228428" cy="413827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29547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2C2D-9436-6C69-21B8-76C1F7CC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1371600"/>
            <a:ext cx="3892269" cy="3276599"/>
          </a:xfrm>
        </p:spPr>
        <p:txBody>
          <a:bodyPr>
            <a:normAutofit/>
          </a:bodyPr>
          <a:lstStyle/>
          <a:p>
            <a:r>
              <a:rPr lang="en-US" dirty="0"/>
              <a:t>Lung cancers’ result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683ACA0-07B0-F268-ACA0-EE7E52C3F7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032606"/>
            <a:ext cx="3177209" cy="871237"/>
          </a:xfrm>
        </p:spPr>
        <p:txBody>
          <a:bodyPr>
            <a:normAutofit/>
          </a:bodyPr>
          <a:lstStyle/>
          <a:p>
            <a:r>
              <a:rPr lang="en-US" altLang="zh-CN" dirty="0"/>
              <a:t>This version based on literature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E4B561-AD3C-0B3E-4255-319523460C7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/>
        </p:blipFill>
        <p:spPr>
          <a:xfrm>
            <a:off x="4267200" y="1066800"/>
            <a:ext cx="7690182" cy="49986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45355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B4895DA-31F6-37F9-CAF6-BF1A8D21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71600"/>
            <a:ext cx="3349754" cy="2721451"/>
          </a:xfrm>
        </p:spPr>
        <p:txBody>
          <a:bodyPr/>
          <a:lstStyle/>
          <a:p>
            <a:r>
              <a:rPr lang="en-US" dirty="0"/>
              <a:t>Latest version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F0AFA99-FE4C-A68B-180B-E158D850CD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200" y="1600200"/>
            <a:ext cx="8055285" cy="414847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568298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09C67-0B97-2A1D-27C0-0619C2EA1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Breast cancer result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9D169A-B6F7-7370-4505-15D108B4197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734633" y="2057401"/>
            <a:ext cx="8112177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482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3D8B6-6C93-598C-269B-9D06700D3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698E33-4381-AFED-EE7D-0FA6B53EFD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Limited cohort with overlap patient id (TCIA/GDC)</a:t>
            </a:r>
          </a:p>
          <a:p>
            <a:r>
              <a:rPr lang="en-US" dirty="0"/>
              <a:t>Self-correct loop, the agent only shrinks the cohort</a:t>
            </a:r>
          </a:p>
          <a:p>
            <a:r>
              <a:rPr lang="en-US" dirty="0"/>
              <a:t>What other stats are suitable for measure association rather than </a:t>
            </a:r>
            <a:r>
              <a:rPr lang="en-US" dirty="0" err="1"/>
              <a:t>pearson</a:t>
            </a:r>
            <a:r>
              <a:rPr lang="en-US" dirty="0"/>
              <a:t> correlation (it isn’t always reliable):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685800" lvl="3" indent="0">
              <a:buNone/>
            </a:pPr>
            <a:r>
              <a:rPr lang="en-US" dirty="0"/>
              <a:t>Pearson correlation =1.0</a:t>
            </a:r>
          </a:p>
          <a:p>
            <a:r>
              <a:rPr lang="en-US" dirty="0"/>
              <a:t>Many cancers are unable to find enough patients who have both images and genomic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7B3E60-18BA-AD85-9EC8-705FBC9C8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5400" y="2819400"/>
            <a:ext cx="4082471" cy="9269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037735"/>
      </p:ext>
    </p:extLst>
  </p:cSld>
  <p:clrMapOvr>
    <a:masterClrMapping/>
  </p:clrMapOvr>
</p:sld>
</file>

<file path=ppt/theme/theme1.xml><?xml version="1.0" encoding="utf-8"?>
<a:theme xmlns:a="http://schemas.openxmlformats.org/drawingml/2006/main" name="Monochrome blac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77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nochrome black_5bea5add-6c97-4a41-a1fa-a039388976df_wac_v2" id="{9B2EB732-E258-47BC-8927-E73431036F1F}" vid="{31795664-2011-4E74-82BD-ADEEE70EBC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8E339AF-67FC-4BA3-8B2E-038B3ED310D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99ED26-B189-4BA1-99D0-1112D8C2F10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6DDBEB5-7F5E-4A92-A1BA-0EEE5C60A09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1a19d03a-48bc-4359-8038-5b5f6d5847c3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{A4A67F25-6290-4B1D-8CCA-C807DCF433C4}b1461aca-2317-43ae-b059-ba831cfc0fef-TF5bea5add-6c97-4a41-a1fa-a039388976df789966be_win32</Template>
  <TotalTime>940</TotalTime>
  <Words>128</Words>
  <Application>Microsoft Office PowerPoint</Application>
  <PresentationFormat>Widescreen</PresentationFormat>
  <Paragraphs>18</Paragraphs>
  <Slides>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Neue Haas Grotesk Text Pro</vt:lpstr>
      <vt:lpstr>Monochrome black</vt:lpstr>
      <vt:lpstr>Prototype of Agentic ai Radiogenomics</vt:lpstr>
      <vt:lpstr>structure</vt:lpstr>
      <vt:lpstr>Lung cancers’ attempt</vt:lpstr>
      <vt:lpstr>Lung cancers’ result</vt:lpstr>
      <vt:lpstr>Latest version</vt:lpstr>
      <vt:lpstr>Breast cancer result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Weicong Feng</dc:creator>
  <cp:lastModifiedBy>Weicong Feng</cp:lastModifiedBy>
  <cp:revision>5</cp:revision>
  <dcterms:created xsi:type="dcterms:W3CDTF">2026-10-05T23:04:44Z</dcterms:created>
  <dcterms:modified xsi:type="dcterms:W3CDTF">2026-10-07T02:15:29Z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